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mission one-liner; the four chips frame the talk: everything is built and unit-tested, live simulation runs are the remaining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chevron left to right; each step maps to a syllabus topic (vision, planning, control, locomotion, manipulation).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= the FSM that owns the mission. Emphasize: only perception.py and the entry point import Webots; all logic is pytest-verified.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column is one future owner. Every module has a 'how to explain it' paragraph in docs/architecture.md.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robot start and the two corridors on the right side of the plan: center aisle and outer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is produced by tools/plot_astar.py — regenerated any time config changes. Orange dots = raw A* cells; blue = simplified waypoints.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the detector score: it is a documented heuristic (solidity x size), not a statistical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is the point of this slide: green column is proven by tests, orange column lists exactly what the operator runs produce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presents their column; docs/qa_prep.md has 29 ready answers for the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on: the demo either runs live or we play the pre-recorded run — both show the same FSM console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5897880"/>
            <a:ext cx="2194560" cy="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5897880"/>
            <a:ext cx="0" cy="-27432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61704" y="5815584"/>
            <a:ext cx="164592" cy="16459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5458968"/>
            <a:ext cx="274320" cy="274320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5989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0" y="5029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ROBOTIC INTELLIGENCE — MID-TERM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IntelliBot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warehouse pick &amp; delivery — perceive, plan, control in a closed loop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Task: pick package P3 (blue)  →  deliver to Zone B (cyan)   ·   Webots + Python, software-only simulation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27344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159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49011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42062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27344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43159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834640" y="49011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passing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42062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273449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43159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212080" y="49011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 code complete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42062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273449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3159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589520" y="49011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hard-coded routes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3 · build status &amp; evidence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mission, seven closed-loop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“Pick package P3 and deliver it to Zone B.”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below is sensed, decided and controlled at runtime — a hard-coded route is explicitly not acceptable.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572768" cy="566928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FIND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detects the blue package (HSV)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2606040"/>
            <a:ext cx="1572768" cy="566928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PLAN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85416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A* over the inflated occupancy grid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22192" y="2606040"/>
            <a:ext cx="1572768" cy="566928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3895344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NAVIGATE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67912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PID waypoint following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4688" y="2606040"/>
            <a:ext cx="1572768" cy="566928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AVOID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50408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LiDAR safety stop, 360° scan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87184" y="2606040"/>
            <a:ext cx="1572768" cy="566928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7260336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PICK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32904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approach &amp; stand off (attach: final)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2606040"/>
            <a:ext cx="1572768" cy="566928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DELIVER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15400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re-plan and drive to Zone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52176" y="2606040"/>
            <a:ext cx="1572768" cy="566928"/>
          </a:xfrm>
          <a:prstGeom prst="chevron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10625328" y="26609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REPORT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597896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time, path length, replans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11274552" cy="1691640"/>
          </a:xfrm>
          <a:prstGeom prst="roundRect">
            <a:avLst>
              <a:gd name="adj" fmla="val 378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47365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is “robotic intelligence”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position comes from the robot's own camera + LiDAR estimate — not a coordinate we typed in.</a:t>
            </a:r>
            <a:endParaRPr lang="en-US" sz="1400" dirty="0"/>
          </a:p>
          <a:p>
            <a:pPr algn="l" marL="152400" indent="-152400">
              <a:spcAft>
                <a:spcPts val="5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route is planned by A* on an occupancy grid built from the same config that generates the world.</a:t>
            </a:r>
            <a:endParaRPr lang="en-US" sz="1400" dirty="0"/>
          </a:p>
          <a:p>
            <a:pPr algn="l" marL="152400" indent="-152400">
              <a:spcAft>
                <a:spcPts val="5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 is closed-loop: every 16 ms the controller re-commands (v, ω) from the latest pose and scan.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architecture — Webots-free core, thin device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938528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2258568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LiDAR · camera · GPS/IMU · encoders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74520" y="23088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18288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0552" y="1938528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30552" y="2258568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wrappers BGRA→BGR, ray angles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23088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18288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A580C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87952" y="1938528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decision_maker.py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87952" y="2258568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FSM: mission states &amp; goals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23088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8288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45352" y="1938528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2258568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WaypointFollower: PID heading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23088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18288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02752" y="1938528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kinematics.py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02752" y="2258568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(v, ω) → wheel speeds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104120" y="23088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87000" y="1828800"/>
            <a:ext cx="1444752" cy="960120"/>
          </a:xfrm>
          <a:prstGeom prst="roundRect">
            <a:avLst>
              <a:gd name="adj" fmla="val 5714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60152" y="19385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360152" y="225856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left/right + encoders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0" y="379476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87952" y="390448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a_star.py + path_utils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187952" y="422452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A* on occupancy grid → waypoints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2788920"/>
            <a:ext cx="0" cy="10058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30936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called by the FSM only when a new goal is set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16636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rules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Pure-Python core (kinematics, PID, grid, A*, detector, FSM) — unit-tested with pytest, no Webots imports.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config.py is the single source of numbers — the world file is GENERATED from it, so simulator and planner can never disagree.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P0 is coded, modular and unit-tested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9312" cy="3291840"/>
          </a:xfrm>
          <a:prstGeom prst="roundRect">
            <a:avLst>
              <a:gd name="adj" fmla="val 19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1907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— Simulation &amp;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32369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generate_world.py → warehouse.wbt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diff-drive robot (LiDAR, camera, GPS, IMU, encoders)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kinematics.py · pid.py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controller.py — WaypointFollower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drive_test: sequence / kinematics / odometry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639312" cy="3291840"/>
          </a:xfrm>
          <a:prstGeom prst="roundRect">
            <a:avLst>
              <a:gd name="adj" fmla="val 19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1907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Perception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121408"/>
            <a:ext cx="32369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perception.py — device wrappers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detector.py — HSV, red two-range, zone-disjoint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estimation.py — pixel → bearing → range → world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LiDAR sector queries + safety stop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eval_detector.py + frame capture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39312" cy="3291840"/>
          </a:xfrm>
          <a:prstGeom prst="roundRect">
            <a:avLst>
              <a:gd name="adj" fmla="val 19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71907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Planning &amp; Decisions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2121408"/>
            <a:ext cx="32369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mapping.py — grid, circular inflation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a_star.py — octile, no corner cutting + Dijkstra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path_utils.py — LOS simplify, resample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decision_maker.py — full FSM + mission report</a:t>
            </a:r>
            <a:endParaRPr lang="en-US" sz="1200" dirty="0"/>
          </a:p>
          <a:p>
            <a:pPr algn="l"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intellibot_controller.py — integration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3,476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5742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28416" y="5742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+ sim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99632" y="5742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70848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70848" y="5742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world 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8 × 6 m warehouse, generated — never hand-drawn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0" y="1417320"/>
            <a:ext cx="6181344" cy="4672584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docs/evidence/world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490472"/>
            <a:ext cx="603504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worlds/warehouse.wbt is written by tools/generate_world.py from config.py — the map the planner uses IS the world.</a:t>
            </a:r>
            <a:endParaRPr lang="en-US" sz="1400" dirty="0"/>
          </a:p>
          <a:p>
            <a:pPr algn="l"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shelves, 2 crates, pickup station, packages P1–P3 (pure red/green/blue), Zone A (yellow) / Zone B (cyan).</a:t>
            </a:r>
            <a:endParaRPr lang="en-US" sz="1400" dirty="0"/>
          </a:p>
          <a:p>
            <a:pPr algn="l"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lighting, shadows OFF — keeps HSV detection stable.</a:t>
            </a:r>
            <a:endParaRPr lang="en-US" sz="1400" dirty="0"/>
          </a:p>
          <a:p>
            <a:pPr algn="l"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 are physics solids; floor patches are non-colliding.</a:t>
            </a:r>
            <a:endParaRPr lang="en-US" sz="1400" dirty="0"/>
          </a:p>
          <a:p>
            <a:pPr algn="l"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 verified by test: every aisle ≥ 1.0 m and TWO distinct routes exist to Zone B (needed for the final re-planning demo).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5989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rendered from config.py (the same numbers that build the .wbt and the occupancy grid).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PRELIMINARY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A* planning on the real warehouse grid — verified optimal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21424" cy="5152644"/>
          </a:xfrm>
          <a:prstGeom prst="roundRect">
            <a:avLst>
              <a:gd name="adj" fmla="val 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docs/evidence/astar_pickup_to_zon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36192"/>
            <a:ext cx="6675120" cy="50063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508760"/>
            <a:ext cx="411480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1618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3.06 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simplified path, start → Zone 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2679192"/>
            <a:ext cx="411480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6384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1,849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8638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A* expansions (~14 ms, pure Python)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3849624"/>
            <a:ext cx="411480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3959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Dijkstra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863840" y="4443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matched on 60 random grids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35240" y="5020056"/>
            <a:ext cx="411480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863840" y="5129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routes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863840" y="56144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still found with center aisle blocked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35240" y="6263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Grid: 80 × 60 cells @ 0.1 m · circular inflation 0.25 m · octile heuristic · corner cutting forbidden.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 and control — the closed loop's senses and reflexes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1627632"/>
          </a:xfrm>
          <a:prstGeom prst="roundRect">
            <a:avLst>
              <a:gd name="adj" fmla="val 39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62763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Vision: HSV package detector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6656" y="1947672"/>
            <a:ext cx="50932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Per-color masks in HSV (red = two hue ranges); morphology cleans the mask; largest plausible contour wins. Zone hues (yellow ≈ 30°, cyan ≈ 90°) are outside every package window — confusion is test-asserted impossible.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9632" y="1508760"/>
            <a:ext cx="5532120" cy="1627632"/>
          </a:xfrm>
          <a:prstGeom prst="roundRect">
            <a:avLst>
              <a:gd name="adj" fmla="val 39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9088" y="162763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 → world position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19088" y="1947672"/>
            <a:ext cx="50932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 = −atan2(u − W/2, fₚₓ)  →  d = LiDAR min at φ (±3°)  →  xᵥ = pose + d·(cos(θ+φ), sin(θ+φ)). Pinhole fallback d = fₚₓ·size/bbox when no return.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5532120" cy="1627632"/>
          </a:xfrm>
          <a:prstGeom prst="roundRect">
            <a:avLst>
              <a:gd name="adj" fmla="val 39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3483864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Waypoint follower (PID)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6656" y="3803904"/>
            <a:ext cx="50932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ω = PID(heading error), clamped ±1.5 rad/s;  v = Vₘₐₓ·cos(err)·min(1, d/slowdown); rotate in place beyond 0.6 rad; waypoints reached &lt; 0.10 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3364992"/>
            <a:ext cx="5532120" cy="1627632"/>
          </a:xfrm>
          <a:prstGeom prst="roundRect">
            <a:avLst>
              <a:gd name="adj" fmla="val 39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3483864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LiDAR safety reflex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19088" y="3803904"/>
            <a:ext cx="50932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ray within ±30° of forward &lt; 0.30 m → v = 0, status BLOCKED. This flag is the exact hook the final-eval dynamic re-planner will consume.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 FSM (unit-tested end-to-end with a simulated unicycle):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5440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66544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FIND_PACKAGE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9584" y="5440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75888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38928" y="5440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85232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DBA74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48272" y="5440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94576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PLAN_DELIVERY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57616" y="5440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966960" y="5440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13264" y="5349240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13264" y="53492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transition prints “[t=12.3s] STATE: NAVIGATE → PICK” and lands in the run log.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&amp;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proven today vs. what the live runs must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4206240"/>
          </a:xfrm>
          <a:prstGeom prst="roundRect">
            <a:avLst>
              <a:gd name="adj" fmla="val 152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offline — pytest, 63/63 green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Kinematics: round-trip, curvature-preserving clamping, odometry on a known circle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A* cost == Dijkstra on 60 random grids; corner-cutting impossible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layout: pickup → Zone B path + two distinct routes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FSM happy path IDLE → … → DONE incl. mission report; ERROR paths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Detector: correct colors/bboxes; zone hues never misfired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Re-plan hooks: blocked route detected → alternate route planned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532120" cy="4206240"/>
          </a:xfrm>
          <a:prstGeom prst="roundRect">
            <a:avLst>
              <a:gd name="adj" fmla="val 152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live Webots runs (exact commands in README)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5074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Kinematics error % — commanded vs GPS/IMU finite differences (drive_test)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Odometry drift vs GPS on line / square / arc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LiDAR ray-order calibration (left-only obstacle) + range accuracy at 0.5/1/2 m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 rates on REAL frames + lighting variants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Cross-track error, success rate over ≥10 runs, screen recording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hit &amp; fixed: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anti-windup scheme (back-calculation with kᵢ = 0.05) produced ±40 integral jumps and stalled the heading controller; replaced with conditional integration — follower then completed multi-waypoint paths.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simulation result is claimed without being observed — the build machine has no Webots install, so sim-dependent numbers stay honestly pending.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owners, one integration — and what comes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9312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0078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— Simulation &amp; Control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World, robot, kinematics, drive tests, PID + follower tuning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88036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kinematics · pid · controller · drive_test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639312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0078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Perception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0560" y="205740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LiDAR calibration, camera pipeline, detector 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 · detector · estimation · eval tools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639312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70078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Planning &amp; Decisions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02752" y="205740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Grid, A*, FSM, integration, logging, docs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2752" y="288036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· a_star · path_utils · decision_maker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to the final evaluation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00200" y="416052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live validation suite; capture evidence (recordings, metrics)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7274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274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00200" y="472744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 PID gains on the real robot; ≥10-run success-rate campaign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5294376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29437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600200" y="5294376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obstacle → BLOCKED → live re-plan (hooks already tested)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586130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86130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600200" y="5861304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pickup via connector/supervisor attach; collision counter; dashboard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117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Built. Tested. Ready to drive.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P0 codebase: world generator, custom robot, planner, controller, FSM — 63 unit tests green.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proven optimal against Dijkstra; the warehouse provably offers two routes for the re-planning demo.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Remaining work is measurement, not construction: live Webots runs fill the evidence tables, then the final-eval features plug into tested hooks.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RI-Project  ·  worlds/warehouse.wbt  ·  python -m pytest tests/  ·  docs/demo_script.md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IntelliBot — Mid-Term Progress</dc:title>
  <dc:subject>PptxGenJS Presentation</dc:subject>
  <dc:creator>Team IntelliBot</dc:creator>
  <cp:lastModifiedBy>Team IntelliBot</cp:lastModifiedBy>
  <cp:revision>1</cp:revision>
  <dcterms:created xsi:type="dcterms:W3CDTF">2026-10-05T17:10:15Z</dcterms:created>
  <dcterms:modified xsi:type="dcterms:W3CDTF">2026-10-05T17:10:15Z</dcterms:modified>
</cp:coreProperties>
</file>